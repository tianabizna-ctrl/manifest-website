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3.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3.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jpg"/><Relationship Id="rId4" Type="http://schemas.openxmlformats.org/officeDocument/2006/relationships/image" Target="../media/image12.jpg"/><Relationship Id="rId5" Type="http://schemas.openxmlformats.org/officeDocument/2006/relationships/image" Target="../media/image14.jp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0.jpg"/><Relationship Id="rId5" Type="http://schemas.openxmlformats.org/officeDocument/2006/relationships/image" Target="../media/image17.jpg"/><Relationship Id="rId6" Type="http://schemas.openxmlformats.org/officeDocument/2006/relationships/image" Target="../media/image3.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pic>
        <p:nvPicPr>
          <p:cNvPr id="12" name="Picture 11" descr="logo-watermark.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02</a:t>
            </a:r>
          </a:p>
        </p:txBody>
      </p:sp>
      <p:pic>
        <p:nvPicPr>
          <p:cNvPr id="29" name="Picture 28"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03</a:t>
            </a:r>
          </a:p>
        </p:txBody>
      </p:sp>
      <p:pic>
        <p:nvPicPr>
          <p:cNvPr id="33" name="Picture 32"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pic>
        <p:nvPicPr>
          <p:cNvPr id="17" name="Picture 16"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05</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pic>
        <p:nvPicPr>
          <p:cNvPr id="48" name="Picture 47"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ovid-02.jpg"/>
          <p:cNvPicPr>
            <a:picLocks noChangeAspect="1"/>
          </p:cNvPicPr>
          <p:nvPr/>
        </p:nvPicPr>
        <p:blipFill>
          <a:blip r:embed="rId5"/>
          <a:srcRect l="19208" r="19208"/>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07</a:t>
            </a:r>
          </a:p>
        </p:txBody>
      </p:sp>
      <p:pic>
        <p:nvPicPr>
          <p:cNvPr id="30" name="Picture 29"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pic>
        <p:nvPicPr>
          <p:cNvPr id="35" name="Picture 34"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09</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Teach. Equip. Empower.</dc:title>
  <dc:subject>MANIFEST ministry presentation for Kenya</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